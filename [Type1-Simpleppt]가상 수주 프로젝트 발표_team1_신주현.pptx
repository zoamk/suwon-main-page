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0" r:id="rId1"/>
  </p:sldMasterIdLst>
  <p:sldIdLst>
    <p:sldId id="256" r:id="rId2"/>
    <p:sldId id="258" r:id="rId3"/>
    <p:sldId id="259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84" y="5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BAFC3-371B-07E5-5692-24D3A8D73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D10B3A-9170-7B90-A7C3-AFD458C09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6F1FD-3881-F4E8-57E9-8599DB7F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F9CC2-4B77-FE0E-C206-F344117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0ED0F9-753B-BA9F-FF84-50A9B296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4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121AD-8422-4C57-F988-6E13A05D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D7967-3050-80E6-75A0-EB6715AE8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EB63E-0401-57F5-7FE8-966BD6E9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39FB9-05D6-E983-2335-DDBACEEC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E0A5C-7EBE-C4CC-93F5-E4371BD6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35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3BCF7-3A77-CE31-780E-1A4E59CF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2F3D4-43B5-F3F6-F1DD-A2F8A858C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5E3C8-51B8-55B7-4935-5DB1E7B8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DD37D-F244-358E-E0E9-4A526B23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47601A-E3D8-019E-03D7-D9D30C7F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80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112A4-6D21-F21C-886E-BCFD6817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CEADA-78E6-F56B-8C8E-DF14BE3C9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8717E1-7D3F-C7EE-DB0C-08910BD5F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12D07E-B7D5-149A-CED8-19EE6EFD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30913A-B187-EF3A-CB4B-6CBCD77C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ECE96F-730A-5945-3A7F-7051F881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8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3B56D-AADD-8070-90B9-24EA2E2F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F4BAFC-ACA5-B7E5-1B2A-C16007B7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55B36C-2FB3-4A88-059F-0426E9A8B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E03179-3B29-2294-104C-A7F76F2EA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8FBA6A-AEDC-42F0-E401-CBB660FD3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0B8A89-9965-341E-01C2-214F16CE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17E1DE-75F6-8D41-5945-FC0B535A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21266E-423E-BFBD-89D1-1B4612A9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36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F2CC3-FDD0-C07A-1EB0-2743B9AF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9A9392-CE91-0331-3E81-E447D1AB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560782-5277-0062-F8BF-D71B7E63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FEF7FD-7C75-F903-0065-8F9FCBA6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22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A0B23E-D8FF-13B7-5239-A7111F03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C7666F-3E0F-3820-9729-1060C927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61D942-82CA-7EB0-E730-DB851011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84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02CF4-76F3-DF25-559B-D7362B02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16B36-6B49-CF75-9125-1BBF06943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532898-A5C1-6CAB-61EE-A1969923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D48A3-C111-5297-37A5-FA8ACF34A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828B0F-70C9-2F69-C951-0311DC08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BA00B0-5799-95B4-A983-319C9B3D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122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3964E-FF85-7DA0-8FCB-5F15BA04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E7BFB4-2F58-661F-A5DE-2291966FE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6F4C3B-A363-6BF9-C7D7-BA0793079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622DC-73E1-1483-E770-D2054177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52F98-644B-4A0A-86D2-E5109A00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9C121D-476B-271D-0527-6CA348D2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502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94FC7-9283-A249-F5CA-DCE1A561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D42DE-0452-480A-C5A7-EE0AE0073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21AC94-8D2A-4562-035E-058B0A5F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29172A-3DED-5F7D-1401-4CBA2908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2FFF94-6BFE-7A16-8584-3E82A008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4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E53970-5B5A-5E8E-87BA-01A6CA737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B2DEA8-0A7B-1367-DA97-A97E74355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D9CE1-591D-48A9-13B3-BC7800C0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836CD-A663-F4FD-F82F-EC060548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545583-51FE-310B-0133-599DB7C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46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5040ED-AA07-6FAC-9828-C2CE04A5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F3067-366B-F055-3068-1056175E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DBC01-4242-6823-E617-3F42B409F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90357-0BD5-4997-8941-6342330301A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867569-85C4-3436-830A-56F10D875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3453A-2AB3-10B2-57E7-8CD38B2B1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926A0-A276-491B-A59C-F1050C10C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2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D192-3117-35BA-D714-74625B10E7D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dirty="0"/>
              <a:t>기획력 </a:t>
            </a:r>
            <a:r>
              <a:rPr lang="en-US" altLang="ko-KR" sz="2000" dirty="0"/>
              <a:t>+ </a:t>
            </a:r>
            <a:r>
              <a:rPr lang="ko-KR" altLang="en-US" sz="2000" dirty="0"/>
              <a:t>실무 감각 </a:t>
            </a:r>
            <a:r>
              <a:rPr lang="en-US" altLang="ko-KR" sz="2000" dirty="0"/>
              <a:t>+ </a:t>
            </a:r>
            <a:r>
              <a:rPr lang="ko-KR" altLang="en-US" sz="2000" dirty="0" err="1"/>
              <a:t>협업력</a:t>
            </a:r>
            <a:r>
              <a:rPr lang="ko-KR" altLang="en-US" sz="2000" dirty="0"/>
              <a:t> 성장 프로젝트</a:t>
            </a:r>
            <a:endParaRPr lang="en-US" altLang="ko-KR" sz="2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6000" b="1" dirty="0"/>
              <a:t>가상 용역 수주 프로젝트</a:t>
            </a:r>
            <a:endParaRPr lang="en-US" altLang="ko-KR" sz="6000" b="1" dirty="0"/>
          </a:p>
          <a:p>
            <a:pPr marL="266700" marR="0" indent="-26670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500" b="1" kern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ko-KR" sz="2000" b="1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Team1</a:t>
            </a: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수원시 홈페이지 메인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3600" b="1" kern="0" spc="0" dirty="0">
                <a:solidFill>
                  <a:srgbClr val="000000"/>
                </a:solidFill>
                <a:effectLst/>
                <a:latin typeface="함초롬바탕" panose="02030604000101010101" pitchFamily="18" charset="-127"/>
              </a:rPr>
              <a:t>팀장 신주현</a:t>
            </a:r>
            <a:endParaRPr lang="en-US" altLang="ko-KR" sz="3600" b="1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 err="1">
                <a:solidFill>
                  <a:srgbClr val="000000"/>
                </a:solidFill>
                <a:latin typeface="함초롬바탕" panose="02030604000101010101" pitchFamily="18" charset="-127"/>
              </a:rPr>
              <a:t>팀총괄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R="0" algn="ctr" fontAlgn="base" latinLnBrk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ko-KR" altLang="en-US" sz="20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수원시민 맞춤페이지 메뉴 영역 담당</a:t>
            </a:r>
            <a:endParaRPr lang="en-US" altLang="ko-KR" sz="20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A2B40-3441-A537-C983-61D0333E4786}"/>
              </a:ext>
            </a:extLst>
          </p:cNvPr>
          <p:cNvSpPr txBox="1"/>
          <p:nvPr/>
        </p:nvSpPr>
        <p:spPr>
          <a:xfrm>
            <a:off x="97156" y="0"/>
            <a:ext cx="800544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1. </a:t>
            </a:r>
            <a:r>
              <a:rPr lang="ko-KR" altLang="en-US" sz="3600" b="1" dirty="0"/>
              <a:t>문제 정의</a:t>
            </a:r>
          </a:p>
          <a:p>
            <a:endParaRPr lang="en-US" altLang="ko-KR" sz="3600" dirty="0"/>
          </a:p>
          <a:p>
            <a:r>
              <a:rPr lang="ko-KR" altLang="en-US" sz="2800" dirty="0"/>
              <a:t>저는 이번 프로젝트에서 팀원들의</a:t>
            </a:r>
            <a:br>
              <a:rPr lang="en-US" altLang="ko-KR" sz="2800" dirty="0"/>
            </a:br>
            <a:r>
              <a:rPr lang="ko-KR" altLang="en-US" sz="2800" dirty="0"/>
              <a:t>협동과 수원맞춤페이지를 문제로 정의했습니다</a:t>
            </a:r>
            <a:r>
              <a:rPr lang="en-US" altLang="ko-KR" sz="2800" dirty="0"/>
              <a:t>. </a:t>
            </a:r>
            <a:r>
              <a:rPr lang="ko-KR" altLang="en-US" sz="2800" dirty="0"/>
              <a:t>수원맞춤페이지는 문제가 많았지만 기존페이지도 마음에 들게 잘 되어있고 직관적이게 잘 표현 되어있어 나쁘지않았습니다 하지만 좀더 보기 편하게 버튼을 글자에 맞게 줄이기 동글동글한 것 보단 네모로 바꾼 게 더 보기 좋아 바꾸었습니다</a:t>
            </a:r>
            <a:r>
              <a:rPr lang="en-US" altLang="ko-KR" sz="2800" dirty="0"/>
              <a:t>. </a:t>
            </a:r>
            <a:r>
              <a:rPr lang="ko-KR" altLang="en-US" sz="2800" dirty="0"/>
              <a:t>그리고 팀원들의 협동은 가끔씩 불화가 생기긴 했지만 서로 타협을 보게 해주고 중재를 하는 등 문제를 해결했다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B47892-59A5-49D1-8AD8-A489CEE59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991202"/>
            <a:ext cx="6096000" cy="1866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CDB04-47B4-D379-B37C-CAF5890B6161}"/>
              </a:ext>
            </a:extLst>
          </p:cNvPr>
          <p:cNvSpPr txBox="1"/>
          <p:nvPr/>
        </p:nvSpPr>
        <p:spPr>
          <a:xfrm>
            <a:off x="0" y="0"/>
            <a:ext cx="86563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2. IA </a:t>
            </a:r>
            <a:r>
              <a:rPr lang="ko-KR" altLang="en-US" sz="3600" b="1" dirty="0"/>
              <a:t>구조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ko-KR" altLang="en-US" sz="3600" dirty="0"/>
              <a:t>이미 수원시청 페이지의 적용 되어있는</a:t>
            </a:r>
            <a:endParaRPr lang="en-US" altLang="ko-KR" sz="3600" dirty="0"/>
          </a:p>
          <a:p>
            <a:r>
              <a:rPr lang="en-US" altLang="ko-KR" sz="3600" dirty="0"/>
              <a:t>IA</a:t>
            </a:r>
            <a:r>
              <a:rPr lang="ko-KR" altLang="en-US" sz="3600" dirty="0"/>
              <a:t>를 기반으로 했고 저의 </a:t>
            </a:r>
            <a:r>
              <a:rPr lang="en-US" altLang="ko-KR" sz="3600" dirty="0"/>
              <a:t>IA</a:t>
            </a:r>
            <a:r>
              <a:rPr lang="ko-KR" altLang="en-US" sz="3600" dirty="0"/>
              <a:t>는 디바이스별 차이도 없이 똑같이 나오는 </a:t>
            </a:r>
            <a:r>
              <a:rPr lang="en-US" altLang="ko-KR" sz="3600" dirty="0"/>
              <a:t>IA</a:t>
            </a:r>
            <a:r>
              <a:rPr lang="ko-KR" altLang="en-US" sz="3600" dirty="0"/>
              <a:t>라서 별 다를 것 없이 만들어 시행착오가 별로 없었습니다</a:t>
            </a:r>
            <a:r>
              <a:rPr lang="en-US" altLang="ko-KR" sz="3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970B01-009A-11E6-3246-BA9B3352A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3544863"/>
            <a:ext cx="5524500" cy="33131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61F3-C025-4358-00A6-9D9274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2C93A6-8F6D-9741-8300-155B336E38E2}"/>
              </a:ext>
            </a:extLst>
          </p:cNvPr>
          <p:cNvSpPr txBox="1"/>
          <p:nvPr/>
        </p:nvSpPr>
        <p:spPr>
          <a:xfrm>
            <a:off x="0" y="0"/>
            <a:ext cx="86563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3. UI/UX </a:t>
            </a:r>
            <a:r>
              <a:rPr lang="ko-KR" altLang="en-US" sz="3600" b="1" dirty="0"/>
              <a:t>설계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UI/UX</a:t>
            </a:r>
            <a:r>
              <a:rPr lang="ko-KR" altLang="en-US" sz="3600" dirty="0"/>
              <a:t>는 유저들의 가독성을 생각하며</a:t>
            </a:r>
            <a:endParaRPr lang="en-US" altLang="ko-KR" sz="3600" dirty="0"/>
          </a:p>
          <a:p>
            <a:r>
              <a:rPr lang="ko-KR" altLang="en-US" sz="3600" dirty="0"/>
              <a:t>제가 만들었고 부트스트랩 컴포넌트를 기반으로 배치를 하며 어느 부분에는 어떤  것이 들어가야 할까 전부 하나하나 체크해보며 넣어서 설계를 완료했습니다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89BDF0-7BC4-C3A9-D5B5-6A9EDB0A8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904" y="0"/>
            <a:ext cx="3584096" cy="451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7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5C03-49F0-0FDF-731C-691D6EB9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805D99-568E-F8B6-9118-740D766BE1BE}"/>
              </a:ext>
            </a:extLst>
          </p:cNvPr>
          <p:cNvSpPr txBox="1"/>
          <p:nvPr/>
        </p:nvSpPr>
        <p:spPr>
          <a:xfrm>
            <a:off x="0" y="0"/>
            <a:ext cx="86563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4. Bootstrap </a:t>
            </a:r>
            <a:r>
              <a:rPr lang="ko-KR" altLang="en-US" sz="3600" b="1" dirty="0"/>
              <a:t>활용</a:t>
            </a:r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Bootstrap</a:t>
            </a:r>
            <a:r>
              <a:rPr lang="ko-KR" altLang="en-US" sz="3600" dirty="0"/>
              <a:t>은 </a:t>
            </a:r>
            <a:r>
              <a:rPr lang="en-US" altLang="ko-KR" sz="3600" dirty="0"/>
              <a:t>CDN </a:t>
            </a:r>
            <a:r>
              <a:rPr lang="ko-KR" altLang="en-US" sz="3600" dirty="0"/>
              <a:t>연결 이후 저의 작업 영역의 맞는 컴포넌트를 찾다가</a:t>
            </a:r>
            <a:br>
              <a:rPr lang="en-US" altLang="ko-KR" sz="3600" dirty="0"/>
            </a:br>
            <a:r>
              <a:rPr lang="en-US" altLang="ko-KR" sz="3600" dirty="0"/>
              <a:t>list group</a:t>
            </a:r>
            <a:r>
              <a:rPr lang="ko-KR" altLang="en-US" sz="3600" dirty="0"/>
              <a:t>에 있는 이 컴포넌트가 가장</a:t>
            </a:r>
            <a:br>
              <a:rPr lang="en-US" altLang="ko-KR" sz="3600" dirty="0"/>
            </a:br>
            <a:r>
              <a:rPr lang="ko-KR" altLang="en-US" sz="3600" dirty="0"/>
              <a:t>적절하다고 느껴져 컴포넌트를 가져온 후</a:t>
            </a:r>
            <a:endParaRPr lang="en-US" altLang="ko-KR" sz="3600" dirty="0"/>
          </a:p>
          <a:p>
            <a:r>
              <a:rPr lang="ko-KR" altLang="en-US" sz="3600" dirty="0"/>
              <a:t>조금의 수정을 거쳐 제작을 하였다</a:t>
            </a:r>
            <a:r>
              <a:rPr lang="en-US" altLang="ko-KR" sz="3600" dirty="0"/>
              <a:t>.</a:t>
            </a:r>
            <a:endParaRPr lang="ko-KR" altLang="en-US" sz="3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3A200A-1300-45CD-B6D8-EC9437A91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900" y="0"/>
            <a:ext cx="4102100" cy="28396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AB275A-8EC9-40CF-8A7B-07E3D361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18" y="2730361"/>
            <a:ext cx="3535681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EBBE-77D6-48A6-4317-E16AF40D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9C6562-39F8-32A1-D084-901208C4AD5C}"/>
              </a:ext>
            </a:extLst>
          </p:cNvPr>
          <p:cNvSpPr txBox="1"/>
          <p:nvPr/>
        </p:nvSpPr>
        <p:spPr>
          <a:xfrm>
            <a:off x="0" y="0"/>
            <a:ext cx="86563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표준 및 접근성</a:t>
            </a:r>
          </a:p>
          <a:p>
            <a:endParaRPr lang="ko-KR" altLang="en-US" sz="3600" b="1" dirty="0"/>
          </a:p>
          <a:p>
            <a:r>
              <a:rPr lang="ko-KR" altLang="en-US" sz="3600" b="1" dirty="0"/>
              <a:t>웹 표준과 접근성을 위해 </a:t>
            </a:r>
            <a:r>
              <a:rPr lang="ko-KR" altLang="en-US" sz="3600" b="1" dirty="0" err="1"/>
              <a:t>시멘틱</a:t>
            </a:r>
            <a:r>
              <a:rPr lang="ko-KR" altLang="en-US" sz="3600" b="1" dirty="0"/>
              <a:t> 태그를 사용하고 </a:t>
            </a:r>
            <a:r>
              <a:rPr lang="ko-KR" altLang="en-US" sz="3600" b="1" dirty="0" err="1"/>
              <a:t>구조화하며</a:t>
            </a:r>
            <a:r>
              <a:rPr lang="ko-KR" altLang="en-US" sz="3600" b="1" dirty="0"/>
              <a:t> 이미지 대체 텍스트 작성 텍스트 크기 색 조절 등 </a:t>
            </a:r>
            <a:r>
              <a:rPr lang="en-US" altLang="ko-KR" sz="3600" b="1" dirty="0"/>
              <a:t>lighthouse </a:t>
            </a:r>
            <a:r>
              <a:rPr lang="ko-KR" altLang="en-US" sz="3600" b="1" dirty="0"/>
              <a:t>검사를 하면서 어떤 것을 고쳐야 할지 보면서 수정하였다</a:t>
            </a:r>
            <a:r>
              <a:rPr lang="en-US" altLang="ko-KR" sz="3600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1749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22CB-F4BC-3605-302F-1643E751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023D-A517-DC56-EF96-47177A3D9C6D}"/>
              </a:ext>
            </a:extLst>
          </p:cNvPr>
          <p:cNvSpPr txBox="1"/>
          <p:nvPr/>
        </p:nvSpPr>
        <p:spPr>
          <a:xfrm>
            <a:off x="0" y="0"/>
            <a:ext cx="8656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AI </a:t>
            </a:r>
            <a:r>
              <a:rPr lang="ko-KR" altLang="en-US" sz="3600" b="1" dirty="0"/>
              <a:t>활용</a:t>
            </a:r>
          </a:p>
          <a:p>
            <a:endParaRPr lang="ko-KR" altLang="en-US" sz="3600" b="1" dirty="0"/>
          </a:p>
          <a:p>
            <a:r>
              <a:rPr lang="en-US" altLang="ko-KR" sz="3600" b="1" dirty="0"/>
              <a:t>AI</a:t>
            </a:r>
            <a:r>
              <a:rPr lang="ko-KR" altLang="en-US" sz="3600" b="1" dirty="0"/>
              <a:t>를 활용하진 않았지만</a:t>
            </a:r>
            <a:r>
              <a:rPr lang="en-US" altLang="ko-KR" sz="3600" b="1" dirty="0"/>
              <a:t>, AI</a:t>
            </a:r>
            <a:r>
              <a:rPr lang="ko-KR" altLang="en-US" sz="3600" b="1" dirty="0"/>
              <a:t>를 활용해서 </a:t>
            </a:r>
            <a:r>
              <a:rPr lang="en-US" altLang="ko-KR" sz="3600" b="1" dirty="0"/>
              <a:t>lighthouse </a:t>
            </a:r>
            <a:r>
              <a:rPr lang="ko-KR" altLang="en-US" sz="3600" b="1" dirty="0"/>
              <a:t>개선점 어떻게 </a:t>
            </a:r>
            <a:r>
              <a:rPr lang="ko-KR" altLang="en-US" sz="3600" b="1" dirty="0" err="1"/>
              <a:t>만들어야지</a:t>
            </a:r>
            <a:r>
              <a:rPr lang="ko-KR" altLang="en-US" sz="3600" b="1" dirty="0"/>
              <a:t> 더 나은 조건으로 개선이 될지 고민을 같이해보면서 만들 수 있었을 것 같습니다</a:t>
            </a:r>
            <a:r>
              <a:rPr lang="en-US" altLang="ko-KR" sz="3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549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B76C-D5C3-8E89-F6AF-4B85CC1D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BB9A8-C389-B82E-6757-0C1CAD3A672D}"/>
              </a:ext>
            </a:extLst>
          </p:cNvPr>
          <p:cNvSpPr txBox="1"/>
          <p:nvPr/>
        </p:nvSpPr>
        <p:spPr>
          <a:xfrm>
            <a:off x="592456" y="571500"/>
            <a:ext cx="11008994" cy="5295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7. </a:t>
            </a:r>
            <a:r>
              <a:rPr lang="ko-KR" altLang="en-US" sz="3600" b="1" dirty="0"/>
              <a:t>프로젝트 돌아보기 </a:t>
            </a:r>
            <a:endParaRPr lang="en-US" altLang="ko-KR" sz="3600" b="1" dirty="0"/>
          </a:p>
          <a:p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sz="4000" b="1" dirty="0"/>
              <a:t>“나는 이번 프로젝트에서 팀원들 협업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수원 메인 페이지 제작을</a:t>
            </a:r>
            <a:br>
              <a:rPr lang="ko-KR" altLang="en-US" sz="4000" b="1" dirty="0"/>
            </a:br>
            <a:r>
              <a:rPr lang="ko-KR" altLang="en-US" sz="4000" b="1" dirty="0"/>
              <a:t>담당하여 </a:t>
            </a:r>
            <a:r>
              <a:rPr lang="ko-KR" altLang="en-US" sz="4000" b="1" u="sng" dirty="0"/>
              <a:t>팀원들 관리와 제작을</a:t>
            </a:r>
            <a:r>
              <a:rPr lang="ko-KR" altLang="en-US" sz="4000" b="1" dirty="0"/>
              <a:t> 했다”</a:t>
            </a:r>
            <a:endParaRPr lang="en-US" altLang="ko-KR" sz="40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팀과의 협업으로 어떻게 </a:t>
            </a:r>
            <a:r>
              <a:rPr lang="en-US" altLang="ko-KR" sz="2000" b="1" dirty="0"/>
              <a:t>html</a:t>
            </a:r>
            <a:r>
              <a:rPr lang="ko-KR" altLang="en-US" sz="2000" b="1" dirty="0"/>
              <a:t>을 병합하는지를 배웠고 </a:t>
            </a:r>
            <a:r>
              <a:rPr lang="en-US" altLang="ko-KR" sz="2000" b="1" dirty="0"/>
              <a:t>JS</a:t>
            </a:r>
            <a:r>
              <a:rPr lang="ko-KR" altLang="en-US" sz="2000" b="1" dirty="0"/>
              <a:t>를 잘 몰라 불편한 점이 많아 이 부분은 향후 더 배워 개선하고 싶었다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그리고 시간이 부족하여 만들 수 없는 영역이 생겨 마음 한편이 불편했다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52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304</Words>
  <Application>Microsoft Office PowerPoint</Application>
  <PresentationFormat>와이드스크린</PresentationFormat>
  <Paragraphs>37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온다</dc:creator>
  <cp:lastModifiedBy>Administrator</cp:lastModifiedBy>
  <cp:revision>27</cp:revision>
  <dcterms:created xsi:type="dcterms:W3CDTF">2025-05-13T11:44:25Z</dcterms:created>
  <dcterms:modified xsi:type="dcterms:W3CDTF">2025-12-17T07:44:21Z</dcterms:modified>
  <cp:version/>
</cp:coreProperties>
</file>